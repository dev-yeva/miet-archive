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80" r:id="rId3"/>
  </p:sldMasterIdLst>
  <p:notesMasterIdLst>
    <p:notesMasterId r:id="rId11"/>
  </p:notesMasterIdLst>
  <p:sldIdLst>
    <p:sldId id="256" r:id="rId4"/>
    <p:sldId id="264" r:id="rId5"/>
    <p:sldId id="258" r:id="rId6"/>
    <p:sldId id="257" r:id="rId7"/>
    <p:sldId id="259" r:id="rId8"/>
    <p:sldId id="263" r:id="rId9"/>
    <p:sldId id="260" r:id="rId10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93875-6F5E-4CA4-A999-F5581808F00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7A704-EE28-4416-BFA3-F1B4E6EE55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096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A704-EE28-4416-BFA3-F1B4E6EE553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742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3" name="Google Shape;10;p2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1;p2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6" name="Google Shape;13;p2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" name="Google Shape;14;p2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10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4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5" name="Google Shape;123;p11"/>
            <p:cNvPicPr/>
            <p:nvPr/>
          </p:nvPicPr>
          <p:blipFill>
            <a:blip r:embed="rId2"/>
            <a:srcRect l="28359" r="28359" b="56512"/>
            <a:stretch/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" name="Google Shape;124;p11"/>
            <p:cNvPicPr/>
            <p:nvPr/>
          </p:nvPicPr>
          <p:blipFill>
            <a:blip r:embed="rId3"/>
            <a:srcRect l="2611" t="15569" r="78800" b="11296"/>
            <a:stretch/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8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21" name="Google Shape;129;p11"/>
            <p:cNvPicPr/>
            <p:nvPr/>
          </p:nvPicPr>
          <p:blipFill>
            <a:blip r:embed="rId3"/>
            <a:srcRect l="-3477" t="28515" r="79950" b="11567"/>
            <a:stretch/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" name="Google Shape;130;p11"/>
            <p:cNvPicPr/>
            <p:nvPr/>
          </p:nvPicPr>
          <p:blipFill>
            <a:blip r:embed="rId2"/>
            <a:srcRect l="14460" t="59539" r="39317"/>
            <a:stretch/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1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12" name="Google Shape;108;p9"/>
            <p:cNvPicPr/>
            <p:nvPr/>
          </p:nvPicPr>
          <p:blipFill>
            <a:blip r:embed="rId2"/>
            <a:srcRect l="4409" t="12981" r="74479" b="16466"/>
            <a:stretch/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3" name="Google Shape;109;p9"/>
            <p:cNvPicPr/>
            <p:nvPr/>
          </p:nvPicPr>
          <p:blipFill>
            <a:blip r:embed="rId3"/>
            <a:srcRect l="25294" t="54959" r="42208" b="4803"/>
            <a:stretch/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4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15" name="Google Shape;111;p9"/>
            <p:cNvPicPr/>
            <p:nvPr/>
          </p:nvPicPr>
          <p:blipFill>
            <a:blip r:embed="rId3"/>
            <a:srcRect l="27569" t="-5675" r="29153" b="62187"/>
            <a:stretch/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6" name="Google Shape;112;p9"/>
            <p:cNvPicPr/>
            <p:nvPr/>
          </p:nvPicPr>
          <p:blipFill>
            <a:blip r:embed="rId2"/>
            <a:srcRect l="-2630" t="23405" r="78746" b="12271"/>
            <a:stretch/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7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18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4" name="Google Shape;134;p13"/>
            <p:cNvPicPr/>
            <p:nvPr/>
          </p:nvPicPr>
          <p:blipFill>
            <a:blip r:embed="rId2"/>
            <a:srcRect l="11666" t="2624" r="57865" b="63668"/>
            <a:stretch/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" name="Google Shape;135;p13"/>
            <p:cNvPicPr/>
            <p:nvPr/>
          </p:nvPicPr>
          <p:blipFill>
            <a:blip r:embed="rId3"/>
            <a:srcRect l="26888" t="6006" r="26885" b="64348"/>
            <a:stretch/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6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7" name="Google Shape;137;p13"/>
            <p:cNvPicPr/>
            <p:nvPr/>
          </p:nvPicPr>
          <p:blipFill>
            <a:blip r:embed="rId3"/>
            <a:srcRect l="48611" t="43133" r="25720" b="12392"/>
            <a:stretch/>
          </p:blipFill>
          <p:spPr>
            <a:xfrm>
              <a:off x="0" y="0"/>
              <a:ext cx="2631600" cy="2386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" name="Google Shape;138;p13"/>
            <p:cNvPicPr/>
            <p:nvPr/>
          </p:nvPicPr>
          <p:blipFill>
            <a:blip r:embed="rId2"/>
            <a:srcRect l="5591" t="19463" r="59874" b="55392"/>
            <a:stretch/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3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4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9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40" name="Google Shape;158;p14"/>
            <p:cNvPicPr/>
            <p:nvPr/>
          </p:nvPicPr>
          <p:blipFill>
            <a:blip r:embed="rId2"/>
            <a:srcRect l="5247" t="15708" r="79654" b="36603"/>
            <a:stretch/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1" name="Google Shape;159;p14"/>
            <p:cNvPicPr/>
            <p:nvPr/>
          </p:nvPicPr>
          <p:blipFill>
            <a:blip r:embed="rId3"/>
            <a:srcRect l="27260" t="65593" r="34778" b="2257"/>
            <a:stretch/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2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3" name="Google Shape;161;p14"/>
            <p:cNvPicPr/>
            <p:nvPr/>
          </p:nvPicPr>
          <p:blipFill>
            <a:blip r:embed="rId3"/>
            <a:srcRect l="54312" t="9226" r="30044" b="9238"/>
            <a:stretch/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4" name="Google Shape;162;p14"/>
            <p:cNvPicPr/>
            <p:nvPr/>
          </p:nvPicPr>
          <p:blipFill>
            <a:blip r:embed="rId2"/>
            <a:srcRect l="5068" t="54351" r="71049" b="-2805"/>
            <a:stretch/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5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6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50" name="Google Shape;169;p15"/>
            <p:cNvPicPr/>
            <p:nvPr/>
          </p:nvPicPr>
          <p:blipFill>
            <a:blip r:embed="rId2"/>
            <a:srcRect t="25169" r="78561" b="15088"/>
            <a:stretch/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1" name="Google Shape;170;p15"/>
            <p:cNvPicPr/>
            <p:nvPr/>
          </p:nvPicPr>
          <p:blipFill>
            <a:blip r:embed="rId3"/>
            <a:srcRect l="15332" t="49838" r="38444" b="2221"/>
            <a:stretch/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2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3" name="Google Shape;172;p15"/>
            <p:cNvPicPr/>
            <p:nvPr/>
          </p:nvPicPr>
          <p:blipFill>
            <a:blip r:embed="rId3"/>
            <a:srcRect l="44287" t="1775" r="12435" b="54273"/>
            <a:stretch/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" name="Google Shape;173;p15"/>
            <p:cNvPicPr/>
            <p:nvPr/>
          </p:nvPicPr>
          <p:blipFill>
            <a:blip r:embed="rId2"/>
            <a:srcRect l="-5663" t="7601" r="81780" b="27732"/>
            <a:stretch/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5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6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61" name="Google Shape;182;p16"/>
            <p:cNvPicPr/>
            <p:nvPr/>
          </p:nvPicPr>
          <p:blipFill>
            <a:blip r:embed="rId2"/>
            <a:srcRect t="28154" r="83008" b="11928"/>
            <a:stretch/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" name="Google Shape;183;p16"/>
            <p:cNvPicPr/>
            <p:nvPr/>
          </p:nvPicPr>
          <p:blipFill>
            <a:blip r:embed="rId3"/>
            <a:srcRect l="13257" t="4640" r="52035" b="54899"/>
            <a:stretch/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3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4" name="Google Shape;185;p16"/>
            <p:cNvPicPr/>
            <p:nvPr/>
          </p:nvPicPr>
          <p:blipFill>
            <a:blip r:embed="rId3"/>
            <a:srcRect l="31146" t="56446" r="25575" b="4983"/>
            <a:stretch/>
          </p:blipFill>
          <p:spPr>
            <a:xfrm>
              <a:off x="0" y="0"/>
              <a:ext cx="4437720" cy="206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86;p16"/>
            <p:cNvPicPr/>
            <p:nvPr/>
          </p:nvPicPr>
          <p:blipFill>
            <a:blip r:embed="rId2"/>
            <a:srcRect l="4614" t="2365" r="79209" b="23718"/>
            <a:stretch/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7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8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69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71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3" name="Google Shape;195;p17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4" name="Google Shape;196;p17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5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6" name="Google Shape;198;p17"/>
            <p:cNvPicPr/>
            <p:nvPr/>
          </p:nvPicPr>
          <p:blipFill>
            <a:blip r:embed="rId3"/>
            <a:srcRect l="36932" t="-9160" r="19789" b="65672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7" name="Google Shape;199;p17"/>
            <p:cNvPicPr/>
            <p:nvPr/>
          </p:nvPicPr>
          <p:blipFill>
            <a:blip r:embed="rId2"/>
            <a:srcRect l="-4381" t="29604" r="80498" b="5729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8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3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4" name="Google Shape;209;p18"/>
            <p:cNvPicPr/>
            <p:nvPr/>
          </p:nvPicPr>
          <p:blipFill>
            <a:blip r:embed="rId2"/>
            <a:srcRect l="5247" t="15708" r="79654" b="36603"/>
            <a:stretch/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5" name="Google Shape;210;p18"/>
            <p:cNvPicPr/>
            <p:nvPr/>
          </p:nvPicPr>
          <p:blipFill>
            <a:blip r:embed="rId3"/>
            <a:srcRect l="27260" t="65593" r="34778" b="2257"/>
            <a:stretch/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6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7" name="Google Shape;212;p18"/>
            <p:cNvPicPr/>
            <p:nvPr/>
          </p:nvPicPr>
          <p:blipFill>
            <a:blip r:embed="rId3"/>
            <a:srcRect l="54312" t="9226" r="30044" b="9238"/>
            <a:stretch/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8" name="Google Shape;213;p18"/>
            <p:cNvPicPr/>
            <p:nvPr/>
          </p:nvPicPr>
          <p:blipFill>
            <a:blip r:embed="rId2"/>
            <a:srcRect l="5068" t="54351" r="71049" b="-2805"/>
            <a:stretch/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9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90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4" name="Google Shape;220;p19"/>
            <p:cNvPicPr/>
            <p:nvPr/>
          </p:nvPicPr>
          <p:blipFill>
            <a:blip r:embed="rId2"/>
            <a:srcRect l="-6507" t="19162" r="82983" b="20920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5" name="Google Shape;221;p19"/>
            <p:cNvPicPr/>
            <p:nvPr/>
          </p:nvPicPr>
          <p:blipFill>
            <a:blip r:embed="rId3"/>
            <a:srcRect l="21159" t="59539" r="32617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6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7" name="Google Shape;223;p19"/>
            <p:cNvPicPr/>
            <p:nvPr/>
          </p:nvPicPr>
          <p:blipFill>
            <a:blip r:embed="rId3"/>
            <a:srcRect l="40967" t="-3605" r="15754" b="60117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8" name="Google Shape;224;p19"/>
            <p:cNvPicPr/>
            <p:nvPr/>
          </p:nvPicPr>
          <p:blipFill>
            <a:blip r:embed="rId2"/>
            <a:srcRect l="-6060" t="19626" r="82176" b="15702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9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100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5" name="Google Shape;233;p20"/>
            <p:cNvPicPr/>
            <p:nvPr/>
          </p:nvPicPr>
          <p:blipFill>
            <a:blip r:embed="rId2"/>
            <a:srcRect l="11666" t="2624" r="57865" b="63668"/>
            <a:stretch/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6" name="Google Shape;234;p20"/>
            <p:cNvPicPr/>
            <p:nvPr/>
          </p:nvPicPr>
          <p:blipFill>
            <a:blip r:embed="rId3"/>
            <a:srcRect l="26888" t="6006" r="26885" b="64348"/>
            <a:stretch/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07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8" name="Google Shape;236;p20"/>
            <p:cNvPicPr/>
            <p:nvPr/>
          </p:nvPicPr>
          <p:blipFill>
            <a:blip r:embed="rId3"/>
            <a:srcRect l="48611" t="43133" r="25720" b="12392"/>
            <a:stretch/>
          </p:blipFill>
          <p:spPr>
            <a:xfrm>
              <a:off x="0" y="0"/>
              <a:ext cx="2631600" cy="2386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9" name="Google Shape;237;p20"/>
            <p:cNvPicPr/>
            <p:nvPr/>
          </p:nvPicPr>
          <p:blipFill>
            <a:blip r:embed="rId2"/>
            <a:srcRect l="5591" t="19463" r="59874" b="55392"/>
            <a:stretch/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1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2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7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8" name="Google Shape;23;p3"/>
              <p:cNvPicPr/>
              <p:nvPr/>
            </p:nvPicPr>
            <p:blipFill>
              <a:blip r:embed="rId2"/>
              <a:srcRect l="1389" t="26408" r="75083" b="13674"/>
              <a:stretch/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9" name="Google Shape;24;p3"/>
              <p:cNvPicPr/>
              <p:nvPr/>
            </p:nvPicPr>
            <p:blipFill>
              <a:blip r:embed="rId3"/>
              <a:srcRect l="21159" t="55236" r="32617" b="4309"/>
              <a:stretch/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20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1" name="Google Shape;26;p3"/>
              <p:cNvPicPr/>
              <p:nvPr/>
            </p:nvPicPr>
            <p:blipFill>
              <a:blip r:embed="rId3"/>
              <a:srcRect l="35370" t="5164" r="21351" b="51348"/>
              <a:stretch/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2" name="Google Shape;27;p3"/>
              <p:cNvPicPr/>
              <p:nvPr/>
            </p:nvPicPr>
            <p:blipFill>
              <a:blip r:embed="rId2"/>
              <a:srcRect t="21588" r="76117" b="13746"/>
              <a:stretch/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6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0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31" name="Google Shape;251;p21"/>
            <p:cNvPicPr/>
            <p:nvPr/>
          </p:nvPicPr>
          <p:blipFill>
            <a:blip r:embed="rId2"/>
            <a:srcRect l="-4857" t="19162" r="81329" b="20920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2" name="Google Shape;252;p21"/>
            <p:cNvPicPr/>
            <p:nvPr/>
          </p:nvPicPr>
          <p:blipFill>
            <a:blip r:embed="rId3"/>
            <a:srcRect l="21159" t="59539" r="32617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3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4" name="Google Shape;254;p21"/>
            <p:cNvPicPr/>
            <p:nvPr/>
          </p:nvPicPr>
          <p:blipFill>
            <a:blip r:embed="rId3"/>
            <a:srcRect l="40967" t="-3605" r="15754" b="60117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5" name="Google Shape;255;p21"/>
            <p:cNvPicPr/>
            <p:nvPr/>
          </p:nvPicPr>
          <p:blipFill>
            <a:blip r:embed="rId2"/>
            <a:srcRect l="-6060" t="19626" r="82176" b="15702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6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7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41" name="Google Shape;262;p22"/>
            <p:cNvPicPr/>
            <p:nvPr/>
          </p:nvPicPr>
          <p:blipFill>
            <a:blip r:embed="rId2"/>
            <a:srcRect l="32450" t="-4417" r="24271" b="60929"/>
            <a:stretch/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2" name="Google Shape;263;p22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3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4" name="Google Shape;265;p22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5" name="Google Shape;266;p22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47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48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2" name="Google Shape;276;p23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3" name="Google Shape;277;p23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4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5" name="Google Shape;279;p23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6" name="Google Shape;280;p23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8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59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2" name="Google Shape;293;p24"/>
            <p:cNvPicPr/>
            <p:nvPr/>
          </p:nvPicPr>
          <p:blipFill>
            <a:blip r:embed="rId2"/>
            <a:srcRect l="32450" t="-4417" r="24271" b="60929"/>
            <a:stretch/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3" name="Google Shape;294;p24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4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5" name="Google Shape;296;p24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6" name="Google Shape;297;p24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7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68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3" name="Google Shape;311;p25"/>
            <p:cNvPicPr/>
            <p:nvPr/>
          </p:nvPicPr>
          <p:blipFill>
            <a:blip r:embed="rId2"/>
            <a:srcRect t="24398" r="79395" b="13379"/>
            <a:stretch/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4" name="Google Shape;312;p25"/>
            <p:cNvPicPr/>
            <p:nvPr/>
          </p:nvPicPr>
          <p:blipFill>
            <a:blip r:embed="rId3"/>
            <a:srcRect l="18441" t="35658" r="56236" b="-7734"/>
            <a:stretch/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5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6" name="Google Shape;314;p25"/>
            <p:cNvPicPr/>
            <p:nvPr/>
          </p:nvPicPr>
          <p:blipFill>
            <a:blip r:embed="rId3"/>
            <a:srcRect l="23950" t="-9166" r="32769" b="65678"/>
            <a:stretch/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7" name="Google Shape;315;p25"/>
            <p:cNvPicPr/>
            <p:nvPr/>
          </p:nvPicPr>
          <p:blipFill>
            <a:blip r:embed="rId2"/>
            <a:srcRect l="-7178" t="31024" r="83294" b="4303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79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80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3" name="Google Shape;330;p26"/>
            <p:cNvPicPr/>
            <p:nvPr/>
          </p:nvPicPr>
          <p:blipFill>
            <a:blip r:embed="rId2"/>
            <a:srcRect l="-2926" t="36766" r="79402" b="3316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4" name="Google Shape;331;p26"/>
            <p:cNvPicPr/>
            <p:nvPr/>
          </p:nvPicPr>
          <p:blipFill>
            <a:blip r:embed="rId3"/>
            <a:srcRect l="21266" t="61537" r="32510" b="-1992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5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6" name="Google Shape;333;p26"/>
            <p:cNvPicPr/>
            <p:nvPr/>
          </p:nvPicPr>
          <p:blipFill>
            <a:blip r:embed="rId3"/>
            <a:srcRect l="33024" t="-4460" r="23694" b="60971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7" name="Google Shape;334;p26"/>
            <p:cNvPicPr/>
            <p:nvPr/>
          </p:nvPicPr>
          <p:blipFill>
            <a:blip r:embed="rId2"/>
            <a:srcRect l="-5874" t="27913" r="81991" b="7421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8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89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96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7" name="Google Shape;360;p27"/>
            <p:cNvPicPr/>
            <p:nvPr/>
          </p:nvPicPr>
          <p:blipFill>
            <a:blip r:embed="rId2"/>
            <a:srcRect l="5320" t="20041" r="76003" b="10779"/>
            <a:stretch/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8" name="Google Shape;361;p27"/>
            <p:cNvPicPr/>
            <p:nvPr/>
          </p:nvPicPr>
          <p:blipFill>
            <a:blip r:embed="rId3"/>
            <a:srcRect l="28192" t="61946" r="22617" b="-2401"/>
            <a:stretch/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99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200" name="Google Shape;363;p27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1" name="Google Shape;364;p27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2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3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7" name="Google Shape;371;p28"/>
            <p:cNvPicPr/>
            <p:nvPr/>
          </p:nvPicPr>
          <p:blipFill>
            <a:blip r:embed="rId2"/>
            <a:srcRect t="24398" r="79395" b="13379"/>
            <a:stretch/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8" name="Google Shape;372;p28"/>
            <p:cNvPicPr/>
            <p:nvPr/>
          </p:nvPicPr>
          <p:blipFill>
            <a:blip r:embed="rId3"/>
            <a:srcRect l="18441" t="35658" r="56236" b="-7734"/>
            <a:stretch/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9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10" name="Google Shape;374;p28"/>
            <p:cNvPicPr/>
            <p:nvPr/>
          </p:nvPicPr>
          <p:blipFill>
            <a:blip r:embed="rId3"/>
            <a:srcRect l="23950" t="-9166" r="32769" b="65678"/>
            <a:stretch/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1" name="Google Shape;375;p28"/>
            <p:cNvPicPr/>
            <p:nvPr/>
          </p:nvPicPr>
          <p:blipFill>
            <a:blip r:embed="rId2"/>
            <a:srcRect l="-7178" t="31024" r="83294" b="4303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12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3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1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2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223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27" name="Google Shape;400;p30"/>
            <p:cNvPicPr/>
            <p:nvPr/>
          </p:nvPicPr>
          <p:blipFill>
            <a:blip r:embed="rId2"/>
            <a:srcRect l="20101" t="-4417" r="24271" b="60652"/>
            <a:stretch/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8" name="Google Shape;401;p30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9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30" name="Google Shape;403;p30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1" name="Google Shape;404;p30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32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3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37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38" name="Google Shape;38;p4"/>
              <p:cNvPicPr/>
              <p:nvPr/>
            </p:nvPicPr>
            <p:blipFill>
              <a:blip r:embed="rId2"/>
              <a:srcRect t="28154" r="83008" b="11928"/>
              <a:stretch/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39" name="Google Shape;39;p4"/>
              <p:cNvPicPr/>
              <p:nvPr/>
            </p:nvPicPr>
            <p:blipFill>
              <a:blip r:embed="rId3"/>
              <a:srcRect l="13257" t="4640" r="52035" b="54899"/>
              <a:stretch/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40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41" name="Google Shape;41;p4"/>
              <p:cNvPicPr/>
              <p:nvPr/>
            </p:nvPicPr>
            <p:blipFill>
              <a:blip r:embed="rId3"/>
              <a:srcRect l="31146" t="56446" r="25575" b="4983"/>
              <a:stretch/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42" name="Google Shape;42;p4"/>
              <p:cNvPicPr/>
              <p:nvPr/>
            </p:nvPicPr>
            <p:blipFill>
              <a:blip r:embed="rId2"/>
              <a:srcRect l="4614" t="2365" r="79209" b="23718"/>
              <a:stretch/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45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6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50" name="Google Shape;411;p31"/>
            <p:cNvPicPr/>
            <p:nvPr/>
          </p:nvPicPr>
          <p:blipFill>
            <a:blip r:embed="rId2"/>
            <a:srcRect l="5320" t="20041" r="76003" b="10779"/>
            <a:stretch/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1" name="Google Shape;412;p31"/>
            <p:cNvPicPr/>
            <p:nvPr/>
          </p:nvPicPr>
          <p:blipFill>
            <a:blip r:embed="rId3"/>
            <a:srcRect l="28192" t="61946" r="22617" b="-2401"/>
            <a:stretch/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52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3" name="Google Shape;414;p31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4" name="Google Shape;415;p31"/>
            <p:cNvPicPr/>
            <p:nvPr/>
          </p:nvPicPr>
          <p:blipFill>
            <a:blip r:embed="rId2"/>
            <a:srcRect t="21588" r="76117" b="13746"/>
            <a:stretch/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55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56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57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8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59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0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61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2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3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65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66" name="Google Shape;52;p5"/>
              <p:cNvPicPr/>
              <p:nvPr/>
            </p:nvPicPr>
            <p:blipFill>
              <a:blip r:embed="rId2"/>
              <a:srcRect t="24398" r="79395" b="13379"/>
              <a:stretch/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67" name="Google Shape;53;p5"/>
              <p:cNvPicPr/>
              <p:nvPr/>
            </p:nvPicPr>
            <p:blipFill>
              <a:blip r:embed="rId3"/>
              <a:srcRect l="18441" t="35658" r="56236" b="-7734"/>
              <a:stretch/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68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69" name="Google Shape;55;p5"/>
              <p:cNvPicPr/>
              <p:nvPr/>
            </p:nvPicPr>
            <p:blipFill>
              <a:blip r:embed="rId3"/>
              <a:srcRect l="23950" t="-9166" r="32769" b="65678"/>
              <a:stretch/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0" name="Google Shape;56;p5"/>
              <p:cNvPicPr/>
              <p:nvPr/>
            </p:nvPicPr>
            <p:blipFill>
              <a:blip r:embed="rId2"/>
              <a:srcRect l="-7178" t="31024" r="83294" b="4303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271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2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76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77" name="Google Shape;68;p6"/>
              <p:cNvPicPr/>
              <p:nvPr/>
            </p:nvPicPr>
            <p:blipFill>
              <a:blip r:embed="rId2"/>
              <a:srcRect l="7150" t="55778" r="54598" b="11001"/>
              <a:stretch/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8" name="Google Shape;69;p6"/>
              <p:cNvPicPr/>
              <p:nvPr/>
            </p:nvPicPr>
            <p:blipFill>
              <a:blip r:embed="rId3"/>
              <a:srcRect l="22791" t="61038" r="30983" b="7330"/>
              <a:stretch/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79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80" name="Google Shape;71;p6"/>
              <p:cNvPicPr/>
              <p:nvPr/>
            </p:nvPicPr>
            <p:blipFill>
              <a:blip r:embed="rId3"/>
              <a:srcRect l="36970" t="-1818" r="19751" b="58329"/>
              <a:stretch/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1" name="Google Shape;72;p6"/>
              <p:cNvPicPr/>
              <p:nvPr/>
            </p:nvPicPr>
            <p:blipFill>
              <a:blip r:embed="rId2"/>
              <a:srcRect l="-2472" t="21407" r="78589" b="13926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83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84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88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89" name="Google Shape;81;p7"/>
              <p:cNvPicPr/>
              <p:nvPr/>
            </p:nvPicPr>
            <p:blipFill>
              <a:blip r:embed="rId2"/>
              <a:srcRect l="5247" t="15708" r="79654" b="36603"/>
              <a:stretch/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90" name="Google Shape;82;p7"/>
              <p:cNvPicPr/>
              <p:nvPr/>
            </p:nvPicPr>
            <p:blipFill>
              <a:blip r:embed="rId3"/>
              <a:srcRect l="20769" t="56241" r="41266" b="11609"/>
              <a:stretch/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91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292" name="Google Shape;84;p7"/>
              <p:cNvPicPr/>
              <p:nvPr/>
            </p:nvPicPr>
            <p:blipFill>
              <a:blip r:embed="rId3"/>
              <a:srcRect l="54312" t="9226" r="30044" b="9238"/>
              <a:stretch/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93" name="Google Shape;85;p7"/>
              <p:cNvPicPr/>
              <p:nvPr/>
            </p:nvPicPr>
            <p:blipFill>
              <a:blip r:embed="rId2"/>
              <a:srcRect l="5068" t="61122" r="71049" b="-9575"/>
              <a:stretch/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5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296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00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301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02" name="Google Shape;96;p8"/>
              <p:cNvPicPr/>
              <p:nvPr/>
            </p:nvPicPr>
            <p:blipFill>
              <a:blip r:embed="rId2"/>
              <a:srcRect l="-1033" t="37313" r="79191" b="16857"/>
              <a:stretch/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3" name="Google Shape;97;p8"/>
              <p:cNvPicPr/>
              <p:nvPr/>
            </p:nvPicPr>
            <p:blipFill>
              <a:blip r:embed="rId3"/>
              <a:srcRect l="32806" t="59539" r="33978"/>
              <a:stretch/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04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05" name="Google Shape;99;p8"/>
              <p:cNvPicPr/>
              <p:nvPr/>
            </p:nvPicPr>
            <p:blipFill>
              <a:blip r:embed="rId3"/>
              <a:srcRect l="35370" t="5164" r="21351" b="51348"/>
              <a:stretch/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6" name="Google Shape;100;p8"/>
              <p:cNvPicPr/>
              <p:nvPr/>
            </p:nvPicPr>
            <p:blipFill>
              <a:blip r:embed="rId2"/>
              <a:srcRect t="21588" r="76117" b="13746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307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08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1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828720" y="101916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1" u="none" strike="noStrike" dirty="0">
                <a:solidFill>
                  <a:schemeClr val="lt1"/>
                </a:solidFill>
                <a:effectLst/>
                <a:uFillTx/>
                <a:latin typeface="Unbounded SemiBold"/>
                <a:ea typeface="Unbounded"/>
              </a:rPr>
              <a:t>The application of electronics in modern cars</a:t>
            </a:r>
            <a:endParaRPr lang="fr-FR" sz="5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subTitle"/>
          </p:nvPr>
        </p:nvSpPr>
        <p:spPr>
          <a:xfrm>
            <a:off x="2305080" y="3191040"/>
            <a:ext cx="45241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dirty="0" err="1">
                <a:solidFill>
                  <a:schemeClr val="lt1"/>
                </a:solidFill>
                <a:latin typeface="Actor"/>
              </a:rPr>
              <a:t>Gematogen</a:t>
            </a:r>
            <a:r>
              <a:rPr lang="en-US" sz="1800">
                <a:solidFill>
                  <a:schemeClr val="lt1"/>
                </a:solidFill>
                <a:latin typeface="Actor"/>
              </a:rPr>
              <a:t> Karman, </a:t>
            </a:r>
            <a:r>
              <a:rPr lang="en-US" sz="1800" dirty="0">
                <a:solidFill>
                  <a:schemeClr val="lt1"/>
                </a:solidFill>
                <a:latin typeface="Actor"/>
              </a:rPr>
              <a:t>PIN-25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5" name="Google Shape;437;p35"/>
          <p:cNvSpPr/>
          <p:nvPr/>
        </p:nvSpPr>
        <p:spPr>
          <a:xfrm>
            <a:off x="3799440" y="391896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6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7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328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9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0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Прямоугольник 340"/>
          <p:cNvSpPr/>
          <p:nvPr/>
        </p:nvSpPr>
        <p:spPr>
          <a:xfrm>
            <a:off x="860000" y="910137"/>
            <a:ext cx="3891613" cy="6912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lt1"/>
                </a:solidFill>
                <a:effectLst/>
                <a:uFillTx/>
                <a:latin typeface="Unbounded"/>
              </a:rPr>
              <a:t>Vocabulary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BCDC39-F1B8-9B4E-7000-955554AC3BEF}"/>
              </a:ext>
            </a:extLst>
          </p:cNvPr>
          <p:cNvSpPr txBox="1"/>
          <p:nvPr/>
        </p:nvSpPr>
        <p:spPr>
          <a:xfrm>
            <a:off x="860000" y="1508318"/>
            <a:ext cx="361908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</a:t>
            </a:r>
            <a:r>
              <a:rPr lang="ru-RU" sz="180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приборная панель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180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auge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dirty="0">
                <a:solidFill>
                  <a:schemeClr val="bg1"/>
                </a:solidFill>
                <a:effectLst/>
              </a:rPr>
              <a:t>атчик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Actor"/>
              </a:rPr>
              <a:t>C</a:t>
            </a:r>
            <a:r>
              <a:rPr lang="en-US" sz="1800" b="0" u="none" strike="noStrike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uFillTx/>
                <a:latin typeface="Actor"/>
              </a:rPr>
              <a:t>entral hub </a:t>
            </a:r>
            <a:r>
              <a:rPr lang="ru-RU" sz="1800" b="0" u="none" strike="noStrike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uFillTx/>
                <a:latin typeface="Actor"/>
              </a:rPr>
              <a:t>    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uFillTx/>
                <a:latin typeface="Actor"/>
              </a:rPr>
              <a:t>– </a:t>
            </a:r>
            <a:r>
              <a:rPr lang="ru-RU" sz="1800" b="0" u="none" strike="noStrike" dirty="0">
                <a:solidFill>
                  <a:schemeClr val="bg1"/>
                </a:solidFill>
                <a:effectLst/>
                <a:uFillTx/>
                <a:latin typeface="Actor"/>
              </a:rPr>
              <a:t>  центральный узел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uFillTx/>
                <a:latin typeface="Actor"/>
              </a:rPr>
              <a:t>Embedded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uFillTx/>
                <a:latin typeface="Actor"/>
              </a:rPr>
              <a:t> </a:t>
            </a:r>
            <a:r>
              <a:rPr lang="ru-RU" sz="1800" b="0" u="none" strike="noStrike" dirty="0">
                <a:solidFill>
                  <a:schemeClr val="bg1"/>
                </a:solidFill>
                <a:effectLst/>
                <a:uFillTx/>
                <a:latin typeface="Actor"/>
              </a:rPr>
              <a:t>     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uFillTx/>
                <a:latin typeface="Actor"/>
              </a:rPr>
              <a:t> </a:t>
            </a:r>
            <a:r>
              <a:rPr lang="ru-RU" sz="1800" b="0" u="none" strike="noStrike" dirty="0">
                <a:solidFill>
                  <a:schemeClr val="bg1"/>
                </a:solidFill>
                <a:effectLst/>
                <a:uFillTx/>
                <a:latin typeface="Actor"/>
              </a:rPr>
              <a:t>  встроенный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Actor"/>
              </a:rPr>
              <a:t>D</a:t>
            </a:r>
            <a:r>
              <a:rPr lang="en-US" sz="1800" b="0" u="none" strike="noStrike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uFillTx/>
                <a:latin typeface="Actor"/>
              </a:rPr>
              <a:t>riving range</a:t>
            </a:r>
            <a:r>
              <a:rPr lang="ru-RU" sz="1800" b="0" u="none" strike="noStrike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uFillTx/>
                <a:latin typeface="Actor"/>
              </a:rPr>
              <a:t> </a:t>
            </a:r>
            <a:r>
              <a:rPr lang="en-US" sz="1800" b="0" u="none" strike="noStrike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uFillTx/>
                <a:latin typeface="Actor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запас хода</a:t>
            </a:r>
            <a:endParaRPr lang="en-US" sz="1800" b="0" u="none" strike="noStrike" dirty="0">
              <a:solidFill>
                <a:schemeClr val="bg1"/>
              </a:solidFill>
              <a:effectLst/>
              <a:uFillTx/>
              <a:latin typeface="Actor"/>
            </a:endParaRPr>
          </a:p>
        </p:txBody>
      </p:sp>
      <p:pic>
        <p:nvPicPr>
          <p:cNvPr id="5" name="Рисунок 4" descr="Изображение выглядит как мультфильм, желт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EDFE4E4-6F9F-8B99-4F33-8DCF39B831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529" y="1384328"/>
            <a:ext cx="3271471" cy="237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73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Прямоугольник 338"/>
          <p:cNvSpPr/>
          <p:nvPr/>
        </p:nvSpPr>
        <p:spPr>
          <a:xfrm>
            <a:off x="533431" y="553448"/>
            <a:ext cx="3619080" cy="10059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800" b="1" u="none" strike="noStrike" dirty="0">
              <a:solidFill>
                <a:schemeClr val="lt1"/>
              </a:solidFill>
              <a:effectLst/>
              <a:uFillTx/>
              <a:latin typeface="Unbounded"/>
              <a:ea typeface="Unbounded"/>
            </a:endParaRPr>
          </a:p>
        </p:txBody>
      </p:sp>
      <p:pic>
        <p:nvPicPr>
          <p:cNvPr id="340" name="image69d655a17c62c" descr="image69d655a17c632"/>
          <p:cNvPicPr/>
          <p:nvPr/>
        </p:nvPicPr>
        <p:blipFill>
          <a:blip r:embed="rId2"/>
          <a:stretch/>
        </p:blipFill>
        <p:spPr>
          <a:xfrm>
            <a:off x="457236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932A73-9FBC-56D9-7746-0D79A0C47C29}"/>
              </a:ext>
            </a:extLst>
          </p:cNvPr>
          <p:cNvSpPr txBox="1"/>
          <p:nvPr/>
        </p:nvSpPr>
        <p:spPr>
          <a:xfrm>
            <a:off x="564300" y="2195914"/>
            <a:ext cx="361908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Unbounded"/>
              </a:rPr>
              <a:t>It has: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Actor"/>
              </a:rPr>
              <a:t>Sophisticated software</a:t>
            </a: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Complex webs of electronics</a:t>
            </a: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Embedded wireless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0EA2-B1AB-ECCD-93D1-AB5D9EDD3DEB}"/>
              </a:ext>
            </a:extLst>
          </p:cNvPr>
          <p:cNvSpPr txBox="1"/>
          <p:nvPr/>
        </p:nvSpPr>
        <p:spPr>
          <a:xfrm>
            <a:off x="564481" y="919150"/>
            <a:ext cx="36190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Modern car is a </a:t>
            </a:r>
          </a:p>
          <a:p>
            <a:r>
              <a:rPr lang="en-US" sz="29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computer on wheels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D0822C0-1D9B-7BDD-A01D-DF9C72ED5F76}"/>
              </a:ext>
            </a:extLst>
          </p:cNvPr>
          <p:cNvSpPr/>
          <p:nvPr/>
        </p:nvSpPr>
        <p:spPr>
          <a:xfrm>
            <a:off x="533431" y="553448"/>
            <a:ext cx="3619080" cy="10059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800" b="1" u="none" strike="noStrike" dirty="0">
              <a:solidFill>
                <a:srgbClr val="FF0000"/>
              </a:solidFill>
              <a:effectLst/>
              <a:uFillTx/>
              <a:latin typeface="Unbounded"/>
              <a:ea typeface="Unbound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619;p49"/>
          <p:cNvPicPr/>
          <p:nvPr/>
        </p:nvPicPr>
        <p:blipFill>
          <a:blip r:embed="rId2"/>
          <a:stretch/>
        </p:blipFill>
        <p:spPr>
          <a:xfrm>
            <a:off x="4944240" y="974520"/>
            <a:ext cx="3247920" cy="319392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</p:pic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64300" y="805854"/>
            <a:ext cx="370746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9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Where does all this computing power go? </a:t>
            </a:r>
            <a:endParaRPr lang="fr-FR" sz="2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34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35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6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7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22EEAA-970C-9D3A-D949-C2B6F801A6FD}"/>
              </a:ext>
            </a:extLst>
          </p:cNvPr>
          <p:cNvSpPr/>
          <p:nvPr/>
        </p:nvSpPr>
        <p:spPr>
          <a:xfrm>
            <a:off x="533431" y="553448"/>
            <a:ext cx="3619080" cy="10059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800" b="1" u="none" strike="noStrike" dirty="0">
              <a:solidFill>
                <a:schemeClr val="lt1"/>
              </a:solidFill>
              <a:effectLst/>
              <a:uFillTx/>
              <a:latin typeface="Unbounded"/>
              <a:ea typeface="Unbounde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EF661-CDE2-0AAD-3C0C-E1F81BC4B335}"/>
              </a:ext>
            </a:extLst>
          </p:cNvPr>
          <p:cNvSpPr txBox="1"/>
          <p:nvPr/>
        </p:nvSpPr>
        <p:spPr>
          <a:xfrm>
            <a:off x="564300" y="2196600"/>
            <a:ext cx="361908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lt1"/>
                </a:solidFill>
                <a:latin typeface="Actor"/>
                <a:ea typeface="Unbounded"/>
              </a:rPr>
              <a:t>To three main areas:</a:t>
            </a:r>
            <a:r>
              <a:rPr lang="en-US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Unbounded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Actor"/>
              </a:rPr>
              <a:t>Driving assistance systems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Battery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Dashboard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Прямоугольник 340"/>
          <p:cNvSpPr/>
          <p:nvPr/>
        </p:nvSpPr>
        <p:spPr>
          <a:xfrm>
            <a:off x="5048280" y="1220137"/>
            <a:ext cx="3891613" cy="6912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dirty="0">
                <a:solidFill>
                  <a:schemeClr val="lt1"/>
                </a:solidFill>
                <a:latin typeface="Unbounded"/>
              </a:rPr>
              <a:t>Software</a:t>
            </a:r>
            <a:r>
              <a:rPr lang="en-US" sz="3000" b="1" u="none" strike="noStrike" dirty="0">
                <a:solidFill>
                  <a:schemeClr val="lt1"/>
                </a:solidFill>
                <a:effectLst/>
                <a:uFillTx/>
                <a:latin typeface="Unbounded"/>
              </a:rPr>
              <a:t> problems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" name="Прямоугольник 341"/>
          <p:cNvSpPr/>
          <p:nvPr/>
        </p:nvSpPr>
        <p:spPr>
          <a:xfrm>
            <a:off x="5048280" y="1911350"/>
            <a:ext cx="3619080" cy="1442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i="0" dirty="0">
                <a:solidFill>
                  <a:srgbClr val="F9FAFB"/>
                </a:solidFill>
                <a:effectLst/>
                <a:latin typeface="Actor"/>
              </a:rPr>
              <a:t>More lines of code mean more entry points for hackers. </a:t>
            </a:r>
            <a:r>
              <a:rPr lang="en-US" dirty="0">
                <a:solidFill>
                  <a:srgbClr val="F9FAFB"/>
                </a:solidFill>
                <a:latin typeface="Actor"/>
              </a:rPr>
              <a:t>Also,</a:t>
            </a:r>
            <a:r>
              <a:rPr lang="en-US" i="0" dirty="0">
                <a:solidFill>
                  <a:srgbClr val="F9FAFB"/>
                </a:solidFill>
                <a:effectLst/>
                <a:latin typeface="Actor"/>
              </a:rPr>
              <a:t> a single bug can endanger driver’s life.</a:t>
            </a:r>
            <a:endParaRPr lang="ru-RU" dirty="0">
              <a:latin typeface="Actor"/>
            </a:endParaRPr>
          </a:p>
        </p:txBody>
      </p:sp>
      <p:pic>
        <p:nvPicPr>
          <p:cNvPr id="343" name="image69d655a1877ed" descr="image69d655a1877f1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image69d655a1a4d86" descr="image69d655a1a4d8d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234BD7-5A0F-F0DC-B0D7-4E7BF30338F7}"/>
              </a:ext>
            </a:extLst>
          </p:cNvPr>
          <p:cNvSpPr txBox="1"/>
          <p:nvPr/>
        </p:nvSpPr>
        <p:spPr>
          <a:xfrm>
            <a:off x="564481" y="1911350"/>
            <a:ext cx="372195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Unbounded"/>
              </a:rPr>
              <a:t>When the temperature drops below freezing, the chemical reactions inside the battery slow down, resulting in 50% drop in driving range.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261E5-CC29-4AF3-0499-C8DE08F09272}"/>
              </a:ext>
            </a:extLst>
          </p:cNvPr>
          <p:cNvSpPr txBox="1"/>
          <p:nvPr/>
        </p:nvSpPr>
        <p:spPr>
          <a:xfrm>
            <a:off x="564481" y="1220137"/>
            <a:ext cx="361908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Cold weather problem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0C8EBE-1E35-0636-7B11-11400B2FD4D5}"/>
              </a:ext>
            </a:extLst>
          </p:cNvPr>
          <p:cNvSpPr txBox="1"/>
          <p:nvPr/>
        </p:nvSpPr>
        <p:spPr>
          <a:xfrm>
            <a:off x="2197213" y="525525"/>
            <a:ext cx="474957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9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Thank</a:t>
            </a:r>
            <a:r>
              <a:rPr lang="ru-RU" sz="29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 </a:t>
            </a:r>
            <a:r>
              <a:rPr lang="en-US" sz="29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you for your attention</a:t>
            </a:r>
            <a:r>
              <a:rPr lang="ru-RU" sz="29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!</a:t>
            </a:r>
            <a:endParaRPr lang="ru-RU" sz="2900" dirty="0"/>
          </a:p>
        </p:txBody>
      </p:sp>
      <p:pic>
        <p:nvPicPr>
          <p:cNvPr id="11" name="Рисунок 10" descr="Изображение выглядит как колесо, шина, транспортное средство, Человеческое лиц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AFFDE9B-77D5-893D-D779-5DC818C1E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97911"/>
            <a:ext cx="3046405" cy="3046405"/>
          </a:xfrm>
          <a:prstGeom prst="rect">
            <a:avLst/>
          </a:prstGeom>
        </p:spPr>
      </p:pic>
      <p:sp>
        <p:nvSpPr>
          <p:cNvPr id="15" name="Google Shape;438;p35">
            <a:extLst>
              <a:ext uri="{FF2B5EF4-FFF2-40B4-BE49-F238E27FC236}">
                <a16:creationId xmlns:a16="http://schemas.microsoft.com/office/drawing/2014/main" id="{D61C53E9-4656-25DB-B1D8-61CCD3E6981E}"/>
              </a:ext>
            </a:extLst>
          </p:cNvPr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9" name="Рисунок 18" descr="Изображение выглядит как колесо, человек, Человеческое лицо,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096E030-B7E2-F822-4B92-91765ED3F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109" y="1424254"/>
            <a:ext cx="2665921" cy="3193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129</Words>
  <Application>Microsoft Office PowerPoint</Application>
  <PresentationFormat>Экран (16:9)</PresentationFormat>
  <Paragraphs>25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7</vt:i4>
      </vt:variant>
    </vt:vector>
  </HeadingPairs>
  <TitlesOfParts>
    <vt:vector size="19" baseType="lpstr">
      <vt:lpstr>Actor</vt:lpstr>
      <vt:lpstr>Aptos</vt:lpstr>
      <vt:lpstr>Arial</vt:lpstr>
      <vt:lpstr>Calibri</vt:lpstr>
      <vt:lpstr>OpenSymbol</vt:lpstr>
      <vt:lpstr>Symbol</vt:lpstr>
      <vt:lpstr>Unbounded</vt:lpstr>
      <vt:lpstr>Unbounded SemiBold</vt:lpstr>
      <vt:lpstr>Wingdings</vt:lpstr>
      <vt:lpstr>My Presentation Template</vt:lpstr>
      <vt:lpstr>My Presentation Template</vt:lpstr>
      <vt:lpstr>Slidesgo Final Pages</vt:lpstr>
      <vt:lpstr>The application of electronics in modern cars</vt:lpstr>
      <vt:lpstr>Презентация PowerPoint</vt:lpstr>
      <vt:lpstr>Презентация PowerPoint</vt:lpstr>
      <vt:lpstr>Where does all this computing power go? </vt:lpstr>
      <vt:lpstr>Презентация PowerPoint</vt:lpstr>
      <vt:lpstr>Презентация PowerPoint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michelevd@yandex.com</cp:lastModifiedBy>
  <cp:revision>4</cp:revision>
  <dcterms:modified xsi:type="dcterms:W3CDTF">2026-05-23T06:13:28Z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2026-04-08T13:18:22Z</dcterms:created>
  <dc:creator>Unknown Creator</dc:creator>
  <dc:description/>
  <dc:language>en-US</dc:language>
  <cp:lastModifiedBy>Unknown Creator</cp:lastModifiedBy>
  <dcterms:modified xsi:type="dcterms:W3CDTF">2026-04-08T13:18:22Z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